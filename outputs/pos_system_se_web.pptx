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Web-Based Point of Sale (POS) Systems: An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Software Engineering Perspective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is a POS System?</a:t>
            </a:r>
          </a:p>
          <a:p>
            <a:r>
              <a:t>Traditional cash register evolved to software-based systems.</a:t>
            </a:r>
          </a:p>
          <a:p>
            <a:r>
              <a:t>Web-based POS systems offer accessibility and flexibility.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Typical Components:</a:t>
            </a:r>
          </a:p>
          <a:p>
            <a:r>
              <a:t>Client-Side (Web Browser)</a:t>
            </a:r>
          </a:p>
          <a:p>
            <a:r>
              <a:t>Server-Side (Application Server, REST API)</a:t>
            </a:r>
          </a:p>
          <a:p>
            <a:r>
              <a:t>Database (e.g., MySQL, PostgreSQL)</a:t>
            </a:r>
          </a:p>
          <a:p>
            <a:r>
              <a:t>Common Architectural Patterns: REST API, Microservices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 of Web-Based POS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Accessibility: Access from anywhere with an internet connection.</a:t>
            </a:r>
          </a:p>
          <a:p>
            <a:r>
              <a:t>Scalability: Easily scale resources based on demand.</a:t>
            </a:r>
          </a:p>
          <a:p>
            <a:r>
              <a:t>Cost-Effectiveness: Lower upfront costs compared to traditional systems.</a:t>
            </a:r>
          </a:p>
          <a:p>
            <a:r>
              <a:t>Ease of Maintenance: Centralized updates and maintenance.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Disadvantages of Web-Based POS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Security Concerns: Vulnerable to web-based attacks.</a:t>
            </a:r>
          </a:p>
          <a:p>
            <a:r>
              <a:t>Internet Dependency: Requires a stable internet connection.</a:t>
            </a:r>
          </a:p>
          <a:p>
            <a:r>
              <a:t>Latency: Potential latency issues due to network communication.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Software Engineering Considerations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Technology Stack: JavaScript frameworks (e.g., React, Angular), Backend languages (e.g., Python, Node.js), Databases (e.g., MySQL, PostgreSQL)</a:t>
            </a:r>
          </a:p>
          <a:p>
            <a:r>
              <a:t>Security Best Practices: Input validation, encryption, authentication.</a:t>
            </a:r>
          </a:p>
          <a:p>
            <a:r>
              <a:t>Scalability Strategies: Load balancing, caching, database optimization.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 and Maintenance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Cloud Hosting: AWS, Azure, Google Cloud.</a:t>
            </a:r>
          </a:p>
          <a:p>
            <a:r>
              <a:t>Continuous Integration/Continuous Deployment (CI/CD): Automated testing and deployment.</a:t>
            </a:r>
          </a:p>
          <a:p>
            <a:r>
              <a:t>Monitoring and Logging: Track performance and identify issues.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and Machine Learning Integration: Predictive analytics, personalized recommendations.</a:t>
            </a:r>
          </a:p>
          <a:p>
            <a:r>
              <a:t>Mobile POS: POS systems on mobile devices.</a:t>
            </a:r>
          </a:p>
          <a:p>
            <a:r>
              <a:t>Integration with other business systems: ERP, CRM.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 be added...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