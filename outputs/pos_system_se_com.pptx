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Category 1</c:v>
                </c:pt>
                <c:pt idx="1">
                  <c:v>Category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Point of Sale (POS)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Software Engineering Perspective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What is a POS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Definition, Purpose,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 System: A Software Engineering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Development Lifecycle, Design Patterns, Software Quality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POS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Components (e.g., barcode scanner, cash drawer), Software Components (e.g., database, 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Files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 sales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sales.py, transaction.py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 inventory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inventory.py, product.py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Sales transaction processing, Inventory management,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Performance, Security, Usability,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Simplified architecture diagram, Data flow between components (bullets)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 of POS systems, Challenges in development and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key takeaways, Future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Placeholder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6751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Software Engineering •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